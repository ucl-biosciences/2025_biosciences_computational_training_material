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>
      <p:cViewPr>
        <p:scale>
          <a:sx n="70" d="100"/>
          <a:sy n="70" d="100"/>
        </p:scale>
        <p:origin x="5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649D-C0B2-D80D-5DDC-3D56FCD0D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CA3235-177E-630D-9D31-44152C5064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A3297-A191-7996-42C1-6C1DC8776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AA90A-0444-1567-254F-81D90386A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FB24C-4A30-4370-9B39-8FE62B4DF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582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8D18-D79F-3177-A69F-C39136AF3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7D727-AE4F-4BA5-1279-6DBA90A7E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CF0F63-B911-5F31-21FA-9429B371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E781F-C192-0702-BDD2-92FF179E0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74338A-D644-3745-0A5F-C308FA136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4144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954D9-5054-C386-1656-AD7FB54DA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AC9006-45B6-9AD5-CD51-2E4FDA2A4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39F6F-B5DC-6BAB-E499-87310D802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0D451-CDC6-A457-05D0-4EBD0207E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5D47B-ED90-8CB6-D9DF-068B18BC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86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52AE7-4CDD-8875-6E47-2952341C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344F9-A855-0BC9-CBB8-EB84EE39F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F8A59-B561-4F29-FCA3-77E43F6F7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747C7-8781-23E2-3AB5-FF49D730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0D11F2-E9B6-379F-40FB-015E3F3E4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1AC16F-0ADA-C4F9-4EEC-AFDA0458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862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8185-D65C-DBB3-7D28-23A597B24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C8080-4B07-CEB0-1E51-CA3C9EE45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2CBF62-17C9-F705-15C9-7DCBB9896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40545D-F000-3BC8-B132-38A98C7CE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34C362-DEBD-7874-EC85-0F290D0FE6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28CC4A-D808-A6E7-324B-A524FB3DB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74C7D5-FF13-6B91-76CF-9BF438470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AF724D-0CF7-DE6A-A0A5-CD215E39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128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1B5-A955-DA7E-3D8B-5FE508EF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A16DE6-F674-6246-106A-F5F05EDE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735B11-5805-341A-D517-CDDD666F5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D736A-B6CD-28F2-6F90-5278F889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297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9BF2E7-6392-A55A-CC78-D7128231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FBE64C-10D6-9B6C-CCE4-C4FE55088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9AB7D-A9A9-2A2D-0206-4F6CDB8CA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4578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3F43-3D52-467D-0E67-BAA177A54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314C1-F191-4432-4571-EF93D0A4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A1055C-AAF8-FDB6-7B3D-EB78BC56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C4CDA-4367-16C5-C009-32E20D206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30A0-9E19-2163-A8D3-4181EDD0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A1FEF-F5C1-A4BE-8905-BC6A3C458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082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34D74-4EF7-E150-9F73-FC93D296A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46F84E-EA1B-61FD-399E-FDAC97BD78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1EBF60-911C-CCBD-84B8-4AD313F388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4458-CE91-7F36-D59C-4B6E6BD87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7C8C1-1B5E-49AC-9C2B-43545276E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32B57-B7EE-B09B-CE71-941FB1B61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579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99267-B48B-4B0E-D4BF-943E576D6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2DDFF-D2F1-7154-89BC-F6ADB7E31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2BAE6-BEE8-7091-2FCB-429615D90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8BAE8-1B57-11C2-95D0-A5315E9F7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394AC-705A-09FF-B12B-0860FE8F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420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337D9-7969-1EB1-D708-B548DD5AA1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EBA11C-EC89-3E60-776C-CB5F2B34B1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9A3CE-6410-FFE8-E5BF-5663CB870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9F2BC-B018-69D9-CCBF-912EE4F5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93773-DFF8-9F45-02DD-B68CB602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829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FDDD9-C1AB-E743-8C9C-9D17D4B52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7C9CE-EA7A-0DD0-F74A-0E6E205B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836B6-A623-314E-1D12-3F4D9B895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31F21-1F2F-CDD9-63B9-AE7D1083B3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6BFA2-305E-107D-E468-0BBC962D7B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6143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E0464-695E-5C94-D4BB-2984171487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0742"/>
            <a:ext cx="9144000" cy="2387600"/>
          </a:xfrm>
        </p:spPr>
        <p:txBody>
          <a:bodyPr/>
          <a:lstStyle/>
          <a:p>
            <a:r>
              <a:rPr lang="en-GB" dirty="0"/>
              <a:t>Biosciences Computational Training – Welcome!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75992-AB79-AC15-3B23-C6360A95D4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599829" y="3942047"/>
            <a:ext cx="9144000" cy="2561111"/>
          </a:xfrm>
        </p:spPr>
        <p:txBody>
          <a:bodyPr>
            <a:normAutofit/>
          </a:bodyPr>
          <a:lstStyle/>
          <a:p>
            <a:r>
              <a:rPr lang="en-GB" dirty="0"/>
              <a:t>Please sign in here:</a:t>
            </a:r>
          </a:p>
          <a:p>
            <a:endParaRPr lang="en-GB" dirty="0"/>
          </a:p>
          <a:p>
            <a:r>
              <a:rPr lang="en-GB" dirty="0"/>
              <a:t>https://hackmd.io/GzP_OLqISf6e-6lmFnuv6g?edit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E77DAB-24BC-83E7-2B02-2809826620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407" y="2721220"/>
            <a:ext cx="3336878" cy="3336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63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Biosciences Computational Training – Welcome!</vt:lpstr>
    </vt:vector>
  </TitlesOfParts>
  <Company>University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James</dc:creator>
  <cp:lastModifiedBy>Gilbert, James</cp:lastModifiedBy>
  <cp:revision>1</cp:revision>
  <dcterms:created xsi:type="dcterms:W3CDTF">2025-11-04T15:39:48Z</dcterms:created>
  <dcterms:modified xsi:type="dcterms:W3CDTF">2025-11-04T15:43:15Z</dcterms:modified>
</cp:coreProperties>
</file>